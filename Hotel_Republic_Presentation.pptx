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86100"/>
            <a:ext cx="9144000" cy="2057400"/>
          </a:xfrm>
          <a:prstGeom prst="rect">
            <a:avLst/>
          </a:prstGeom>
          <a:solidFill>
            <a:srgbClr val="2C2C2C">
              <a:alpha val="9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343275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C5A059"/>
                </a:solidFill>
              </a:rPr>
              <a:t>HOTEL REPUBLICA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C5A059"/>
                </a:solidFill>
              </a:rPr>
              <a:t>Timeless Legacy Reimagined with Modern Luxury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9F6F0"/>
                </a:solidFill>
              </a:rPr>
              <a:t>Patna's Newest Landmark in Luxury Hospitality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9F6F0"/>
                </a:solidFill>
              </a:rPr>
              <a:t>Presented by Hotel Republic Team</a:t>
            </a:r>
            <a:endParaRPr lang="en-US" sz="1800" dirty="0"/>
          </a:p>
        </p:txBody>
      </p:sp>
      <p:pic>
        <p:nvPicPr>
          <p:cNvPr id="5" name="Image 0" descr="C:/Users/djmun/.gemini/antigravity/brain/7c879b97-0752-493b-9760-4c515bb67dd7/.user_uploaded/media_178890369303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C2C"/>
                </a:solidFill>
              </a:rPr>
              <a:t>Welcome to Hotel Republic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2C2C"/>
                </a:solidFill>
              </a:rPr>
              <a:t>Patna's newest landmark in luxury hospitality, nestled on Exhibition Road. Designed to deliver world-class experiences for leisure and business travelers alike. Comfort, sophistication &amp; convenience — all under one roof.</a:t>
            </a:r>
            <a:endParaRPr lang="en-US" sz="1800" dirty="0"/>
          </a:p>
        </p:txBody>
      </p:sp>
      <p:pic>
        <p:nvPicPr>
          <p:cNvPr id="4" name="Image 0" descr="C:/Users/djmun/.gemini/antigravity/brain/7c879b97-0752-493b-9760-4c515bb67dd7/.user_uploaded/media_178890369290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1371600"/>
            <a:ext cx="4114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5A059"/>
                </a:solidFill>
              </a:rPr>
              <a:t>AT A GLANCE — Everything Under One Roof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9F6F0"/>
                </a:solidFill>
              </a:rPr>
              <a:t>• 40 Elegantly Furnished Rooms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9F6F0"/>
                </a:solidFill>
              </a:rPr>
              <a:t>• 3 Versatile Banquet Halls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9F6F0"/>
                </a:solidFill>
              </a:rPr>
              <a:t>• 1 Dedicated Boardroom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9F6F0"/>
                </a:solidFill>
              </a:rPr>
              <a:t>• 1 Fine-Dining Restaurant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5A059"/>
                </a:solidFill>
              </a:rPr>
              <a:t>Address: Exhibition Rd, South Gandhi Maidan, Raja Ji Salai, Indira Nagar, Patna, Bihar 800001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C2C"/>
                </a:solidFill>
              </a:rPr>
              <a:t>THE LOBBY EXPERIENCE — Check In, and Begin Your Best Yet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2C2C"/>
                </a:solidFill>
              </a:rPr>
              <a:t>A grand, chandelier-lit lobby designed to make a first impression that lasts, complemented by a warm, personalized welcome from our trained hospitality team where every arrival is treated as an occasion.</a:t>
            </a:r>
            <a:endParaRPr lang="en-US" sz="1800" dirty="0"/>
          </a:p>
        </p:txBody>
      </p:sp>
      <p:pic>
        <p:nvPicPr>
          <p:cNvPr id="4" name="Image 0" descr="C:/Users/djmun/.gemini/antigravity/brain/7c879b97-0752-493b-9760-4c515bb67dd7/.user_uploaded/media_178890369286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1371600"/>
            <a:ext cx="4114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5A059"/>
                </a:solidFill>
              </a:rPr>
              <a:t>GUEST ROOMS — 40 Rooms, Designed for Comfort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9F6F0"/>
                </a:solidFill>
              </a:rPr>
              <a:t>"Behind every restful stay is a touch of thoughtful service."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9F6F0"/>
                </a:solidFill>
              </a:rPr>
              <a:t>Elegantly furnished rooms blending modern design with restful comfort, complete with premium bedding and thoughtful housekeeping touches.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C2C"/>
                </a:solidFill>
              </a:rPr>
              <a:t>TWIN BED ROOMS — Modern Design &amp; Restful Comfort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2C2C"/>
                </a:solidFill>
              </a:rPr>
              <a:t>Designed for maximum comfort, featuring premium twin mattresses, individual bed styling, warm wood paneling, and sophisticated mood lighting.</a:t>
            </a:r>
            <a:endParaRPr lang="en-US" sz="1800" dirty="0"/>
          </a:p>
        </p:txBody>
      </p:sp>
      <p:pic>
        <p:nvPicPr>
          <p:cNvPr id="4" name="Image 0" descr="C:/Users/djmun/.gemini/antigravity/brain/7c879b97-0752-493b-9760-4c515bb67dd7/.user_uploaded/media_178890369281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1371600"/>
            <a:ext cx="4114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C2C"/>
                </a:solidFill>
              </a:rPr>
              <a:t>MASTER SUITES &amp; KING ROOMS — Elegance in Every Detail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C2C2C"/>
                </a:solidFill>
              </a:rPr>
              <a:t>Featuring artistic towel arrangements, luxury headboards, plush seating benches, and ample wardrobe space tailored for discerning travelers.</a:t>
            </a:r>
            <a:endParaRPr lang="en-US" sz="1800" dirty="0"/>
          </a:p>
        </p:txBody>
      </p:sp>
      <p:pic>
        <p:nvPicPr>
          <p:cNvPr id="4" name="Image 0" descr="C:/Users/djmun/.gemini/antigravity/brain/7c879b97-0752-493b-9760-4c515bb67dd7/.user_uploaded/media_178890369301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1371600"/>
            <a:ext cx="4114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5A059"/>
                </a:solidFill>
              </a:rPr>
              <a:t>EVENT &amp; BANQUET SPACES — Spaces That Bring Every Occasion to Life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9F6F0"/>
                </a:solidFill>
              </a:rPr>
              <a:t>3 Banquet Halls + 1 Boardroom — engineered for every scale of event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9F6F0"/>
                </a:solidFill>
              </a:rPr>
              <a:t>• The Ballroom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9F6F0"/>
                </a:solidFill>
              </a:rPr>
              <a:t>• Regalia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9F6F0"/>
                </a:solidFill>
              </a:rPr>
              <a:t>• Forum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9F6F0"/>
                </a:solidFill>
              </a:rPr>
              <a:t>• Evoria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5A059"/>
                </a:solidFill>
              </a:rPr>
              <a:t>THE BALLROOM — Scale and Grandeur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9F6F0"/>
                </a:solidFill>
              </a:rPr>
              <a:t>An 8,000 SQ. FT. pillar-less banquet hall built for high-scale events, mega-conferences, large-scale exhibitions, weddings, and grand social celebrations.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C2C"/>
                </a:solidFill>
              </a:rPr>
              <a:t>THE BALLROOM — Modern Infrastructure &amp; Technology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C2C2C"/>
                </a:solidFill>
              </a:rPr>
              <a:t>Equipped with state-of-the-art audio-visual facilities, high-speed internet throughout, customizable lighting grids, and flexible high-capacity seating configurations.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5A059"/>
                </a:solidFill>
              </a:rPr>
              <a:t>REGALIA — Intimate &amp; Refined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9F6F0"/>
                </a:solidFill>
              </a:rPr>
              <a:t>A 3,000 SQ. FT. refined venue meticulously crafted for gatherings that call for intimacy, elegance, and focused attention.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C2C"/>
                </a:solidFill>
              </a:rPr>
              <a:t>REGALIA — Corporate &amp; Private Gatherings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C2C2C"/>
                </a:solidFill>
              </a:rPr>
              <a:t>Ideal for high-level corporate meetings, specialized workshops, private banquets, and exclusive social gatherings with flexible seating arrangements.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5A059"/>
                </a:solidFill>
              </a:rPr>
              <a:t>FORUM — Versatile &amp; Contemporary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9F6F0"/>
                </a:solidFill>
              </a:rPr>
              <a:t>A 3,000 SQ. FT. elegant venue uniquely suited to seamlessly transition between high-energy celebrations and formal corporate functions.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C2C"/>
                </a:solidFill>
              </a:rPr>
              <a:t>FORUM — Conferences &amp; Seminars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C2C2C"/>
                </a:solidFill>
              </a:rPr>
              <a:t>Perfectly outfitted for business conferences, professional seminars, corporate milestones, and social celebrations supported by modern presentation setups.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5A059"/>
                </a:solidFill>
              </a:rPr>
              <a:t>EVORIA BOARDROOM — Executive Privacy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9F6F0"/>
                </a:solidFill>
              </a:rPr>
              <a:t>A 1,000 SQ. FT. executive space located on the 1st Floor, designed as a sophisticated café-lounge setting for high-level discussions.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C2C"/>
                </a:solidFill>
              </a:rPr>
              <a:t>EVORIA BOARDROOM — Refresh &amp; Unwind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C2C2C"/>
                </a:solidFill>
              </a:rPr>
              <a:t>Features freshly brewed coffee, premium teas, curated beverages, and light refreshments, providing a calm environment for informal meetings and unwinding.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5A059"/>
                </a:solidFill>
              </a:rPr>
              <a:t>HOSPITALITY AT ITS FINEST — Every Stay is Designed for You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9F6F0"/>
                </a:solidFill>
              </a:rPr>
              <a:t>Luxury Stay | Fine Dining Restaurant | Comfort &amp; Safety | High-Speed Wi-Fi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C2C"/>
                </a:solidFill>
              </a:rPr>
              <a:t>COMING SOON — An All-New Avatar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C2C2C"/>
                </a:solidFill>
              </a:rPr>
              <a:t>Hotel Republic relaunches soon with a refreshed design, elevated service standards, and a completely reimagined guest experience.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5A059"/>
                </a:solidFill>
              </a:rPr>
              <a:t>CAREER OPPORTUNITY — A Launchpad for IHM Hajipur Students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9F6F0"/>
                </a:solidFill>
              </a:rPr>
              <a:t>Students from IHM Hajipur get an exclusive opportunity to start their career in hospitality by learning real skills from top staff, working across diverse departments, and accelerating professional growth.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9F6F0"/>
                </a:solidFill>
              </a:rPr>
              <a:t>Program Focus: (1) Learn guest service basics, (2) Build daily operations skills, (3) Work hands-on with expert staff, (4) Grow fast professionally.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A0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C2C2C"/>
                </a:solidFill>
              </a:rPr>
              <a:t>THANK YOU — Hotel Republic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C2C2C"/>
                </a:solidFill>
              </a:rPr>
              <a:t>Address: Exhibition Rd, South Gandhi Maidan, Patna, Bihar 800001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2C2C"/>
                </a:solidFill>
              </a:rPr>
              <a:t>Presented By: Hotel Republic Team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2026-09-08T21:47:13Z</dcterms:created>
  <dcterms:modified xsi:type="dcterms:W3CDTF">2026-09-08T21:47:13Z</dcterms:modified>
</cp:coreProperties>
</file>